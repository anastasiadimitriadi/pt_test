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8041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2898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867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5064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0175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15229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552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5042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945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0019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2252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8780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40850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26308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65419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0134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9555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087F84B-42FE-4DC4-B6F9-6F56810F1D24}" type="datetimeFigureOut">
              <a:rPr lang="el-GR" smtClean="0"/>
              <a:t>7/6/2026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l-G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A3A0E31-8B33-4A10-9914-21EED987686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5933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B705-2B8B-4569-6C62-2C007964DD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fi-FI" b="1" dirty="0"/>
              <a:t>LoadRunner</a:t>
            </a:r>
            <a:br>
              <a:rPr lang="fi-FI" b="1" dirty="0"/>
            </a:br>
            <a:r>
              <a:rPr lang="fi-FI" b="1" dirty="0"/>
              <a:t>VS</a:t>
            </a:r>
            <a:br>
              <a:rPr lang="fi-FI" b="1" dirty="0"/>
            </a:br>
            <a:r>
              <a:rPr lang="fi-FI" b="1" dirty="0"/>
              <a:t>UTF ONE</a:t>
            </a:r>
            <a:endParaRPr lang="el-GR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42FBA-0CA0-E500-8486-C4B275B09A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6642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6D15-E5BC-1829-126E-28BAE9BA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 err="1"/>
              <a:t>Load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r>
              <a:rPr lang="el-GR" b="1" dirty="0"/>
              <a:t> </a:t>
            </a:r>
            <a:r>
              <a:rPr lang="el-GR" b="1" dirty="0" err="1"/>
              <a:t>vs</a:t>
            </a:r>
            <a:r>
              <a:rPr lang="el-GR" b="1" dirty="0"/>
              <a:t> </a:t>
            </a:r>
            <a:r>
              <a:rPr lang="el-GR" b="1" dirty="0" err="1"/>
              <a:t>Regression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endParaRPr lang="el-G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167AD-FA45-E919-CAA2-1B0D187A9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071809"/>
              </p:ext>
            </p:extLst>
          </p:nvPr>
        </p:nvGraphicFramePr>
        <p:xfrm>
          <a:off x="1651818" y="2338206"/>
          <a:ext cx="9837174" cy="4283820"/>
        </p:xfrm>
        <a:graphic>
          <a:graphicData uri="http://schemas.openxmlformats.org/drawingml/2006/table">
            <a:tbl>
              <a:tblPr/>
              <a:tblGrid>
                <a:gridCol w="3279058">
                  <a:extLst>
                    <a:ext uri="{9D8B030D-6E8A-4147-A177-3AD203B41FA5}">
                      <a16:colId xmlns:a16="http://schemas.microsoft.com/office/drawing/2014/main" val="148543951"/>
                    </a:ext>
                  </a:extLst>
                </a:gridCol>
                <a:gridCol w="3279058">
                  <a:extLst>
                    <a:ext uri="{9D8B030D-6E8A-4147-A177-3AD203B41FA5}">
                      <a16:colId xmlns:a16="http://schemas.microsoft.com/office/drawing/2014/main" val="2321697969"/>
                    </a:ext>
                  </a:extLst>
                </a:gridCol>
                <a:gridCol w="3279058">
                  <a:extLst>
                    <a:ext uri="{9D8B030D-6E8A-4147-A177-3AD203B41FA5}">
                      <a16:colId xmlns:a16="http://schemas.microsoft.com/office/drawing/2014/main" val="2522576539"/>
                    </a:ext>
                  </a:extLst>
                </a:gridCol>
              </a:tblGrid>
              <a:tr h="297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/>
                        <a:t>Feature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Load Testing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Regression Testing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048770"/>
                  </a:ext>
                </a:extLst>
              </a:tr>
              <a:tr h="743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 dirty="0" err="1"/>
                        <a:t>Purpose</a:t>
                      </a:r>
                      <a:endParaRPr lang="el-GR" sz="1800" b="1" dirty="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Evaluate system performance under workload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Verify that existing functionality remains intact after changes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682088"/>
                  </a:ext>
                </a:extLst>
              </a:tr>
              <a:tr h="520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/>
                        <a:t>Focus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Performance, scalability, stability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Functional correctness and business workflows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451352"/>
                  </a:ext>
                </a:extLst>
              </a:tr>
              <a:tr h="743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/>
                        <a:t>When Performed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Before production go-live or peak events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After code changes, bug fixes, or new releases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819637"/>
                  </a:ext>
                </a:extLst>
              </a:tr>
              <a:tr h="520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/>
                        <a:t>Key Question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"How many users can the system handle?"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"Do existing features still work correctly?"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205797"/>
                  </a:ext>
                </a:extLst>
              </a:tr>
              <a:tr h="743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/>
                        <a:t>Metrics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Response Time, Throughput, Resource Utilization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Test Pass Rate, Defects, Coverage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931602"/>
                  </a:ext>
                </a:extLst>
              </a:tr>
              <a:tr h="297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 dirty="0" err="1"/>
                        <a:t>Typical</a:t>
                      </a:r>
                      <a:r>
                        <a:rPr lang="el-GR" sz="1800" b="1" dirty="0"/>
                        <a:t> </a:t>
                      </a:r>
                      <a:r>
                        <a:rPr lang="el-GR" sz="1800" b="1" dirty="0" err="1"/>
                        <a:t>Tool</a:t>
                      </a:r>
                      <a:endParaRPr lang="el-GR" sz="1800" b="1" dirty="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LoadRunner</a:t>
                      </a:r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dirty="0"/>
                        <a:t>UFT </a:t>
                      </a:r>
                      <a:r>
                        <a:rPr lang="el-GR" sz="1800" dirty="0" err="1"/>
                        <a:t>One</a:t>
                      </a:r>
                      <a:endParaRPr lang="el-GR" sz="1800" dirty="0"/>
                    </a:p>
                  </a:txBody>
                  <a:tcPr marL="65698" marR="65698" marT="32849" marB="32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684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99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6B16-CF87-B45F-79A4-806B4F66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Example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1CD11-A933-640A-EF74-F2AFF7E27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l-GR" b="1" dirty="0" err="1"/>
              <a:t>Load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endParaRPr lang="el-GR" dirty="0"/>
          </a:p>
          <a:p>
            <a:r>
              <a:rPr lang="el-GR" dirty="0" err="1"/>
              <a:t>Simulating</a:t>
            </a:r>
            <a:r>
              <a:rPr lang="el-GR" dirty="0"/>
              <a:t> 10,000 </a:t>
            </a:r>
            <a:r>
              <a:rPr lang="el-GR" dirty="0" err="1"/>
              <a:t>concurrent</a:t>
            </a:r>
            <a:r>
              <a:rPr lang="el-GR" dirty="0"/>
              <a:t> </a:t>
            </a:r>
            <a:r>
              <a:rPr lang="el-GR" dirty="0" err="1"/>
              <a:t>users</a:t>
            </a:r>
            <a:r>
              <a:rPr lang="el-GR" dirty="0"/>
              <a:t> </a:t>
            </a:r>
            <a:r>
              <a:rPr lang="el-GR" dirty="0" err="1"/>
              <a:t>during</a:t>
            </a:r>
            <a:r>
              <a:rPr lang="el-GR" dirty="0"/>
              <a:t> a </a:t>
            </a:r>
            <a:r>
              <a:rPr lang="el-GR" dirty="0" err="1"/>
              <a:t>Black</a:t>
            </a:r>
            <a:r>
              <a:rPr lang="el-GR" dirty="0"/>
              <a:t> </a:t>
            </a:r>
            <a:r>
              <a:rPr lang="el-GR" dirty="0" err="1"/>
              <a:t>Friday</a:t>
            </a:r>
            <a:r>
              <a:rPr lang="el-GR" dirty="0"/>
              <a:t> </a:t>
            </a:r>
            <a:r>
              <a:rPr lang="el-GR" dirty="0" err="1"/>
              <a:t>campaign</a:t>
            </a:r>
            <a:r>
              <a:rPr lang="el-GR" dirty="0"/>
              <a:t>.</a:t>
            </a:r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l-GR" b="1" dirty="0" err="1"/>
              <a:t>Regression</a:t>
            </a:r>
            <a:r>
              <a:rPr lang="el-GR" b="1" dirty="0"/>
              <a:t> </a:t>
            </a:r>
            <a:r>
              <a:rPr lang="el-GR" b="1" dirty="0" err="1"/>
              <a:t>Testing</a:t>
            </a:r>
            <a:endParaRPr lang="el-GR" dirty="0"/>
          </a:p>
          <a:p>
            <a:r>
              <a:rPr lang="el-GR" dirty="0" err="1"/>
              <a:t>Verifying</a:t>
            </a:r>
            <a:r>
              <a:rPr lang="el-GR" dirty="0"/>
              <a:t> </a:t>
            </a:r>
            <a:r>
              <a:rPr lang="el-GR" dirty="0" err="1"/>
              <a:t>Login</a:t>
            </a:r>
            <a:r>
              <a:rPr lang="el-GR" dirty="0"/>
              <a:t>, </a:t>
            </a:r>
            <a:r>
              <a:rPr lang="el-GR" dirty="0" err="1"/>
              <a:t>Search</a:t>
            </a:r>
            <a:r>
              <a:rPr lang="el-GR" dirty="0"/>
              <a:t>, </a:t>
            </a:r>
            <a:r>
              <a:rPr lang="el-GR" dirty="0" err="1"/>
              <a:t>Cart</a:t>
            </a:r>
            <a:r>
              <a:rPr lang="el-GR" dirty="0"/>
              <a:t>, and </a:t>
            </a:r>
            <a:r>
              <a:rPr lang="el-GR" dirty="0" err="1"/>
              <a:t>Checkout</a:t>
            </a:r>
            <a:r>
              <a:rPr lang="el-GR" dirty="0"/>
              <a:t> </a:t>
            </a:r>
            <a:r>
              <a:rPr lang="el-GR" dirty="0" err="1"/>
              <a:t>after</a:t>
            </a:r>
            <a:r>
              <a:rPr lang="el-GR" dirty="0"/>
              <a:t> a </a:t>
            </a:r>
            <a:r>
              <a:rPr lang="el-GR" dirty="0" err="1"/>
              <a:t>new</a:t>
            </a:r>
            <a:r>
              <a:rPr lang="el-GR" dirty="0"/>
              <a:t> </a:t>
            </a:r>
            <a:r>
              <a:rPr lang="el-GR" dirty="0" err="1"/>
              <a:t>software</a:t>
            </a:r>
            <a:r>
              <a:rPr lang="el-GR" dirty="0"/>
              <a:t> </a:t>
            </a:r>
            <a:r>
              <a:rPr lang="el-GR" dirty="0" err="1"/>
              <a:t>release</a:t>
            </a:r>
            <a:r>
              <a:rPr lang="el-GR" dirty="0"/>
              <a:t>.</a:t>
            </a: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93386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025C-E6B2-54C2-C2BF-9135C250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LoadRunner</a:t>
            </a:r>
            <a:r>
              <a:rPr lang="el-GR" b="1" dirty="0"/>
              <a:t> </a:t>
            </a:r>
            <a:r>
              <a:rPr lang="el-GR" b="1" dirty="0" err="1"/>
              <a:t>Integration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C3817-8B35-3DA2-BA0D-53D54A62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b="1" dirty="0" err="1"/>
              <a:t>Out</a:t>
            </a:r>
            <a:r>
              <a:rPr lang="el-GR" b="1" dirty="0"/>
              <a:t>-of-the-</a:t>
            </a:r>
            <a:r>
              <a:rPr lang="el-GR" b="1" dirty="0" err="1"/>
              <a:t>box</a:t>
            </a:r>
            <a:r>
              <a:rPr lang="el-GR" b="1" dirty="0"/>
              <a:t> </a:t>
            </a:r>
            <a:r>
              <a:rPr lang="el-GR" b="1" dirty="0" err="1"/>
              <a:t>Integrations</a:t>
            </a:r>
            <a:endParaRPr lang="el-GR" b="1" dirty="0"/>
          </a:p>
          <a:p>
            <a:r>
              <a:rPr lang="el-GR" dirty="0"/>
              <a:t>CI/CD </a:t>
            </a:r>
            <a:r>
              <a:rPr lang="el-GR" dirty="0" err="1"/>
              <a:t>integration</a:t>
            </a:r>
            <a:r>
              <a:rPr lang="el-GR" dirty="0"/>
              <a:t> (</a:t>
            </a:r>
            <a:r>
              <a:rPr lang="el-GR" dirty="0" err="1"/>
              <a:t>Jenkins</a:t>
            </a:r>
            <a:r>
              <a:rPr lang="el-GR" dirty="0"/>
              <a:t>, </a:t>
            </a:r>
            <a:r>
              <a:rPr lang="el-GR" dirty="0" err="1"/>
              <a:t>Azure</a:t>
            </a:r>
            <a:r>
              <a:rPr lang="el-GR" dirty="0"/>
              <a:t> </a:t>
            </a:r>
            <a:r>
              <a:rPr lang="el-GR" dirty="0" err="1"/>
              <a:t>DevOps</a:t>
            </a:r>
            <a:r>
              <a:rPr lang="el-GR" dirty="0"/>
              <a:t>) </a:t>
            </a:r>
          </a:p>
          <a:p>
            <a:r>
              <a:rPr lang="el-GR" dirty="0"/>
              <a:t>ALM / Quality </a:t>
            </a:r>
            <a:r>
              <a:rPr lang="el-GR" dirty="0" err="1"/>
              <a:t>Center</a:t>
            </a:r>
            <a:r>
              <a:rPr lang="el-GR" dirty="0"/>
              <a:t> </a:t>
            </a:r>
            <a:r>
              <a:rPr lang="el-GR" dirty="0" err="1"/>
              <a:t>connectivity</a:t>
            </a:r>
            <a:r>
              <a:rPr lang="el-GR" dirty="0"/>
              <a:t> </a:t>
            </a:r>
          </a:p>
          <a:p>
            <a:r>
              <a:rPr lang="el-GR" dirty="0" err="1"/>
              <a:t>Integration</a:t>
            </a:r>
            <a:r>
              <a:rPr lang="el-GR" dirty="0"/>
              <a:t> </a:t>
            </a:r>
            <a:r>
              <a:rPr lang="el-GR" dirty="0" err="1"/>
              <a:t>with</a:t>
            </a:r>
            <a:r>
              <a:rPr lang="el-GR" dirty="0"/>
              <a:t> </a:t>
            </a:r>
            <a:r>
              <a:rPr lang="el-GR" dirty="0" err="1"/>
              <a:t>monitoring</a:t>
            </a:r>
            <a:r>
              <a:rPr lang="el-GR" dirty="0"/>
              <a:t> </a:t>
            </a:r>
            <a:r>
              <a:rPr lang="el-GR" dirty="0" err="1"/>
              <a:t>tools</a:t>
            </a:r>
            <a:r>
              <a:rPr lang="el-GR" dirty="0"/>
              <a:t> (</a:t>
            </a:r>
            <a:r>
              <a:rPr lang="el-GR" dirty="0" err="1"/>
              <a:t>Dynatrace</a:t>
            </a:r>
            <a:r>
              <a:rPr lang="el-GR" dirty="0"/>
              <a:t>, </a:t>
            </a:r>
            <a:r>
              <a:rPr lang="el-GR" dirty="0" err="1"/>
              <a:t>AppDynamics</a:t>
            </a:r>
            <a:r>
              <a:rPr lang="el-GR" dirty="0"/>
              <a:t>, </a:t>
            </a:r>
            <a:r>
              <a:rPr lang="el-GR" dirty="0" err="1"/>
              <a:t>New</a:t>
            </a:r>
            <a:r>
              <a:rPr lang="el-GR" dirty="0"/>
              <a:t> </a:t>
            </a:r>
            <a:r>
              <a:rPr lang="el-GR" dirty="0" err="1"/>
              <a:t>Relic</a:t>
            </a:r>
            <a:r>
              <a:rPr lang="el-GR" dirty="0"/>
              <a:t>) </a:t>
            </a:r>
          </a:p>
          <a:p>
            <a:r>
              <a:rPr lang="el-GR" dirty="0"/>
              <a:t>API-</a:t>
            </a:r>
            <a:r>
              <a:rPr lang="el-GR" dirty="0" err="1"/>
              <a:t>driven</a:t>
            </a:r>
            <a:r>
              <a:rPr lang="el-GR" dirty="0"/>
              <a:t> </a:t>
            </a:r>
            <a:r>
              <a:rPr lang="el-GR" dirty="0" err="1"/>
              <a:t>automation</a:t>
            </a:r>
            <a:r>
              <a:rPr lang="el-GR" dirty="0"/>
              <a:t> </a:t>
            </a:r>
            <a:r>
              <a:rPr lang="el-GR" dirty="0" err="1"/>
              <a:t>capabilities</a:t>
            </a:r>
            <a:r>
              <a:rPr lang="el-GR" dirty="0"/>
              <a:t> </a:t>
            </a:r>
          </a:p>
          <a:p>
            <a:r>
              <a:rPr lang="el-GR" dirty="0" err="1"/>
              <a:t>Export</a:t>
            </a:r>
            <a:r>
              <a:rPr lang="el-GR" dirty="0"/>
              <a:t> </a:t>
            </a:r>
            <a:r>
              <a:rPr lang="el-GR" dirty="0" err="1"/>
              <a:t>to</a:t>
            </a:r>
            <a:r>
              <a:rPr lang="el-GR" dirty="0"/>
              <a:t> </a:t>
            </a:r>
            <a:r>
              <a:rPr lang="el-GR" dirty="0" err="1"/>
              <a:t>dashboards</a:t>
            </a:r>
            <a:r>
              <a:rPr lang="el-GR" dirty="0"/>
              <a:t> and </a:t>
            </a:r>
            <a:r>
              <a:rPr lang="el-GR" dirty="0" err="1"/>
              <a:t>reporting</a:t>
            </a:r>
            <a:r>
              <a:rPr lang="el-GR" dirty="0"/>
              <a:t> </a:t>
            </a:r>
            <a:r>
              <a:rPr lang="el-GR" dirty="0" err="1"/>
              <a:t>systems</a:t>
            </a:r>
            <a:r>
              <a:rPr lang="el-G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0877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3750-B197-7ED2-B4E0-21988131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LoadRunner</a:t>
            </a:r>
            <a:r>
              <a:rPr lang="el-GR" b="1" dirty="0"/>
              <a:t> </a:t>
            </a: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Value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2DD49-C6EE-C86F-7693-7B9F45A29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Sales</a:t>
            </a:r>
            <a:r>
              <a:rPr lang="el-GR" b="1" dirty="0"/>
              <a:t> </a:t>
            </a:r>
            <a:r>
              <a:rPr lang="el-GR" b="1" dirty="0" err="1"/>
              <a:t>Points</a:t>
            </a:r>
            <a:r>
              <a:rPr lang="el-GR" b="1" dirty="0"/>
              <a:t> (</a:t>
            </a:r>
            <a:r>
              <a:rPr lang="el-GR" b="1" dirty="0" err="1"/>
              <a:t>Business</a:t>
            </a:r>
            <a:r>
              <a:rPr lang="el-GR" b="1" dirty="0"/>
              <a:t> </a:t>
            </a:r>
            <a:r>
              <a:rPr lang="el-GR" b="1" dirty="0" err="1"/>
              <a:t>Value</a:t>
            </a:r>
            <a:r>
              <a:rPr lang="el-GR" b="1" dirty="0"/>
              <a:t>)</a:t>
            </a:r>
          </a:p>
          <a:p>
            <a:r>
              <a:rPr lang="el-GR" dirty="0" err="1"/>
              <a:t>Reduces</a:t>
            </a:r>
            <a:r>
              <a:rPr lang="el-GR" dirty="0"/>
              <a:t> </a:t>
            </a:r>
            <a:r>
              <a:rPr lang="el-GR" dirty="0" err="1"/>
              <a:t>production</a:t>
            </a:r>
            <a:r>
              <a:rPr lang="el-GR" dirty="0"/>
              <a:t> </a:t>
            </a:r>
            <a:r>
              <a:rPr lang="el-GR" dirty="0" err="1"/>
              <a:t>outage</a:t>
            </a:r>
            <a:r>
              <a:rPr lang="el-GR" dirty="0"/>
              <a:t> </a:t>
            </a:r>
            <a:r>
              <a:rPr lang="el-GR" dirty="0" err="1"/>
              <a:t>risk</a:t>
            </a:r>
            <a:r>
              <a:rPr lang="el-GR" dirty="0"/>
              <a:t> </a:t>
            </a:r>
          </a:p>
          <a:p>
            <a:r>
              <a:rPr lang="el-GR" dirty="0" err="1"/>
              <a:t>Ensures</a:t>
            </a:r>
            <a:r>
              <a:rPr lang="el-GR" dirty="0"/>
              <a:t> </a:t>
            </a:r>
            <a:r>
              <a:rPr lang="el-GR" dirty="0" err="1"/>
              <a:t>performance</a:t>
            </a:r>
            <a:r>
              <a:rPr lang="el-GR" dirty="0"/>
              <a:t> </a:t>
            </a:r>
            <a:r>
              <a:rPr lang="el-GR" dirty="0" err="1"/>
              <a:t>readiness</a:t>
            </a:r>
            <a:r>
              <a:rPr lang="el-GR" dirty="0"/>
              <a:t> </a:t>
            </a:r>
            <a:r>
              <a:rPr lang="el-GR" dirty="0" err="1"/>
              <a:t>before</a:t>
            </a:r>
            <a:r>
              <a:rPr lang="el-GR" dirty="0"/>
              <a:t> </a:t>
            </a:r>
            <a:r>
              <a:rPr lang="el-GR" dirty="0" err="1"/>
              <a:t>major</a:t>
            </a:r>
            <a:r>
              <a:rPr lang="el-GR" dirty="0"/>
              <a:t> </a:t>
            </a:r>
            <a:r>
              <a:rPr lang="el-GR" dirty="0" err="1"/>
              <a:t>releases</a:t>
            </a:r>
            <a:r>
              <a:rPr lang="el-GR" dirty="0"/>
              <a:t> </a:t>
            </a:r>
          </a:p>
          <a:p>
            <a:r>
              <a:rPr lang="el-GR" dirty="0" err="1"/>
              <a:t>Simulates</a:t>
            </a:r>
            <a:r>
              <a:rPr lang="el-GR" dirty="0"/>
              <a:t> </a:t>
            </a:r>
            <a:r>
              <a:rPr lang="el-GR" dirty="0" err="1"/>
              <a:t>real-world</a:t>
            </a:r>
            <a:r>
              <a:rPr lang="el-GR" dirty="0"/>
              <a:t> </a:t>
            </a:r>
            <a:r>
              <a:rPr lang="el-GR" dirty="0" err="1"/>
              <a:t>traffic</a:t>
            </a:r>
            <a:r>
              <a:rPr lang="el-GR" dirty="0"/>
              <a:t> (</a:t>
            </a:r>
            <a:r>
              <a:rPr lang="el-GR" dirty="0" err="1"/>
              <a:t>Black</a:t>
            </a:r>
            <a:r>
              <a:rPr lang="el-GR" dirty="0"/>
              <a:t> </a:t>
            </a:r>
            <a:r>
              <a:rPr lang="el-GR" dirty="0" err="1"/>
              <a:t>Friday</a:t>
            </a:r>
            <a:r>
              <a:rPr lang="el-GR" dirty="0"/>
              <a:t>, </a:t>
            </a:r>
            <a:r>
              <a:rPr lang="el-GR" dirty="0" err="1"/>
              <a:t>peak</a:t>
            </a:r>
            <a:r>
              <a:rPr lang="el-GR" dirty="0"/>
              <a:t> </a:t>
            </a:r>
            <a:r>
              <a:rPr lang="el-GR" dirty="0" err="1"/>
              <a:t>load</a:t>
            </a:r>
            <a:r>
              <a:rPr lang="el-GR" dirty="0"/>
              <a:t> </a:t>
            </a:r>
            <a:r>
              <a:rPr lang="el-GR" dirty="0" err="1"/>
              <a:t>scenarios</a:t>
            </a:r>
            <a:r>
              <a:rPr lang="el-GR" dirty="0"/>
              <a:t>) </a:t>
            </a:r>
          </a:p>
          <a:p>
            <a:r>
              <a:rPr lang="el-GR" dirty="0" err="1"/>
              <a:t>Identifies</a:t>
            </a:r>
            <a:r>
              <a:rPr lang="el-GR" dirty="0"/>
              <a:t> </a:t>
            </a:r>
            <a:r>
              <a:rPr lang="el-GR" dirty="0" err="1"/>
              <a:t>bottlenecks</a:t>
            </a:r>
            <a:r>
              <a:rPr lang="el-GR" dirty="0"/>
              <a:t> </a:t>
            </a:r>
            <a:r>
              <a:rPr lang="el-GR" dirty="0" err="1"/>
              <a:t>early</a:t>
            </a:r>
            <a:r>
              <a:rPr lang="el-GR" dirty="0"/>
              <a:t> in the </a:t>
            </a:r>
            <a:r>
              <a:rPr lang="el-GR" dirty="0" err="1"/>
              <a:t>lifecycle</a:t>
            </a:r>
            <a:r>
              <a:rPr lang="el-GR" dirty="0"/>
              <a:t> </a:t>
            </a:r>
          </a:p>
          <a:p>
            <a:r>
              <a:rPr lang="el-GR" dirty="0" err="1"/>
              <a:t>Supports</a:t>
            </a:r>
            <a:r>
              <a:rPr lang="el-GR" dirty="0"/>
              <a:t> </a:t>
            </a:r>
            <a:r>
              <a:rPr lang="el-GR" dirty="0" err="1"/>
              <a:t>enterprise-scale</a:t>
            </a:r>
            <a:r>
              <a:rPr lang="el-GR" dirty="0"/>
              <a:t> </a:t>
            </a:r>
            <a:r>
              <a:rPr lang="el-GR" dirty="0" err="1"/>
              <a:t>applications</a:t>
            </a:r>
            <a:endParaRPr lang="el-GR" dirty="0"/>
          </a:p>
          <a:p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C5B7F-CF7F-D419-5623-1B683C3F9767}"/>
              </a:ext>
            </a:extLst>
          </p:cNvPr>
          <p:cNvSpPr txBox="1"/>
          <p:nvPr/>
        </p:nvSpPr>
        <p:spPr>
          <a:xfrm>
            <a:off x="1565519" y="5576555"/>
            <a:ext cx="9060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l-GR" sz="1400" i="1" dirty="0"/>
              <a:t>“</a:t>
            </a:r>
            <a:r>
              <a:rPr lang="el-GR" sz="1400" i="1" dirty="0" err="1"/>
              <a:t>Ensure</a:t>
            </a:r>
            <a:r>
              <a:rPr lang="el-GR" sz="1400" i="1" dirty="0"/>
              <a:t> </a:t>
            </a:r>
            <a:r>
              <a:rPr lang="el-GR" sz="1400" i="1" dirty="0" err="1"/>
              <a:t>your</a:t>
            </a:r>
            <a:r>
              <a:rPr lang="el-GR" sz="1400" i="1" dirty="0"/>
              <a:t> </a:t>
            </a:r>
            <a:r>
              <a:rPr lang="el-GR" sz="1400" i="1" dirty="0" err="1"/>
              <a:t>application</a:t>
            </a:r>
            <a:r>
              <a:rPr lang="el-GR" sz="1400" i="1" dirty="0"/>
              <a:t> </a:t>
            </a:r>
            <a:r>
              <a:rPr lang="el-GR" sz="1400" i="1" dirty="0" err="1"/>
              <a:t>performs</a:t>
            </a:r>
            <a:r>
              <a:rPr lang="el-GR" sz="1400" i="1" dirty="0"/>
              <a:t> </a:t>
            </a:r>
            <a:r>
              <a:rPr lang="el-GR" sz="1400" i="1" dirty="0" err="1"/>
              <a:t>under</a:t>
            </a:r>
            <a:r>
              <a:rPr lang="el-GR" sz="1400" i="1" dirty="0"/>
              <a:t> </a:t>
            </a:r>
            <a:r>
              <a:rPr lang="el-GR" sz="1400" i="1" dirty="0" err="1"/>
              <a:t>any</a:t>
            </a:r>
            <a:r>
              <a:rPr lang="el-GR" sz="1400" i="1" dirty="0"/>
              <a:t> </a:t>
            </a:r>
            <a:r>
              <a:rPr lang="el-GR" sz="1400" i="1" dirty="0" err="1"/>
              <a:t>load</a:t>
            </a:r>
            <a:r>
              <a:rPr lang="el-GR" sz="1400" i="1" dirty="0"/>
              <a:t> </a:t>
            </a:r>
            <a:r>
              <a:rPr lang="el-GR" sz="1400" i="1" dirty="0" err="1"/>
              <a:t>condition</a:t>
            </a:r>
            <a:r>
              <a:rPr lang="el-GR" sz="1400" i="1" dirty="0"/>
              <a:t> </a:t>
            </a:r>
            <a:r>
              <a:rPr lang="el-GR" sz="1400" i="1" dirty="0" err="1"/>
              <a:t>before</a:t>
            </a:r>
            <a:r>
              <a:rPr lang="el-GR" sz="1400" i="1" dirty="0"/>
              <a:t> </a:t>
            </a:r>
            <a:r>
              <a:rPr lang="el-GR" sz="1400" i="1" dirty="0" err="1"/>
              <a:t>it</a:t>
            </a:r>
            <a:r>
              <a:rPr lang="el-GR" sz="1400" i="1" dirty="0"/>
              <a:t> </a:t>
            </a:r>
            <a:r>
              <a:rPr lang="el-GR" sz="1400" i="1" dirty="0" err="1"/>
              <a:t>reaches</a:t>
            </a:r>
            <a:r>
              <a:rPr lang="el-GR" sz="1400" i="1" dirty="0"/>
              <a:t> </a:t>
            </a:r>
            <a:r>
              <a:rPr lang="el-GR" sz="1400" i="1" dirty="0" err="1"/>
              <a:t>production</a:t>
            </a:r>
            <a:r>
              <a:rPr lang="el-GR" sz="1400" i="1" dirty="0"/>
              <a:t>.”</a:t>
            </a:r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144424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D89C-D73A-9CD7-6C9A-605306AB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UFT </a:t>
            </a:r>
            <a:r>
              <a:rPr lang="el-GR" b="1" dirty="0" err="1"/>
              <a:t>One</a:t>
            </a:r>
            <a:r>
              <a:rPr lang="el-GR" b="1" dirty="0"/>
              <a:t> </a:t>
            </a:r>
            <a:r>
              <a:rPr lang="el-GR" b="1" dirty="0" err="1"/>
              <a:t>Integration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E9FD-2475-347A-8C6F-C9C476968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b="1" dirty="0" err="1"/>
              <a:t>Out</a:t>
            </a:r>
            <a:r>
              <a:rPr lang="el-GR" b="1" dirty="0"/>
              <a:t>-of-the-</a:t>
            </a:r>
            <a:r>
              <a:rPr lang="el-GR" b="1" dirty="0" err="1"/>
              <a:t>box</a:t>
            </a:r>
            <a:r>
              <a:rPr lang="el-GR" b="1" dirty="0"/>
              <a:t> </a:t>
            </a:r>
            <a:r>
              <a:rPr lang="el-GR" b="1" dirty="0" err="1"/>
              <a:t>Integrations</a:t>
            </a:r>
            <a:endParaRPr lang="el-GR" b="1" dirty="0"/>
          </a:p>
          <a:p>
            <a:r>
              <a:rPr lang="el-GR" dirty="0"/>
              <a:t>ALM / Quality </a:t>
            </a:r>
            <a:r>
              <a:rPr lang="el-GR" dirty="0" err="1"/>
              <a:t>Center</a:t>
            </a:r>
            <a:r>
              <a:rPr lang="el-GR" dirty="0"/>
              <a:t> </a:t>
            </a:r>
            <a:r>
              <a:rPr lang="el-GR" dirty="0" err="1"/>
              <a:t>integration</a:t>
            </a:r>
            <a:r>
              <a:rPr lang="el-GR" dirty="0"/>
              <a:t> </a:t>
            </a:r>
          </a:p>
          <a:p>
            <a:r>
              <a:rPr lang="el-GR" dirty="0"/>
              <a:t>CI/CD </a:t>
            </a:r>
            <a:r>
              <a:rPr lang="el-GR" dirty="0" err="1"/>
              <a:t>pipelines</a:t>
            </a:r>
            <a:r>
              <a:rPr lang="el-GR" dirty="0"/>
              <a:t> (</a:t>
            </a:r>
            <a:r>
              <a:rPr lang="el-GR" dirty="0" err="1"/>
              <a:t>Jenkins</a:t>
            </a:r>
            <a:r>
              <a:rPr lang="el-GR" dirty="0"/>
              <a:t>, </a:t>
            </a:r>
            <a:r>
              <a:rPr lang="el-GR" dirty="0" err="1"/>
              <a:t>Azure</a:t>
            </a:r>
            <a:r>
              <a:rPr lang="el-GR" dirty="0"/>
              <a:t> </a:t>
            </a:r>
            <a:r>
              <a:rPr lang="el-GR" dirty="0" err="1"/>
              <a:t>DevOps</a:t>
            </a:r>
            <a:r>
              <a:rPr lang="el-GR" dirty="0"/>
              <a:t>, </a:t>
            </a:r>
            <a:r>
              <a:rPr lang="el-GR" dirty="0" err="1"/>
              <a:t>Git</a:t>
            </a:r>
            <a:r>
              <a:rPr lang="el-GR" dirty="0"/>
              <a:t>) </a:t>
            </a:r>
          </a:p>
          <a:p>
            <a:r>
              <a:rPr lang="el-GR" dirty="0" err="1"/>
              <a:t>Integration</a:t>
            </a:r>
            <a:r>
              <a:rPr lang="el-GR" dirty="0"/>
              <a:t> </a:t>
            </a:r>
            <a:r>
              <a:rPr lang="el-GR" dirty="0" err="1"/>
              <a:t>with</a:t>
            </a:r>
            <a:r>
              <a:rPr lang="el-GR" dirty="0"/>
              <a:t> </a:t>
            </a:r>
            <a:r>
              <a:rPr lang="el-GR" dirty="0" err="1"/>
              <a:t>enterprise</a:t>
            </a:r>
            <a:r>
              <a:rPr lang="el-GR" dirty="0"/>
              <a:t> </a:t>
            </a:r>
            <a:r>
              <a:rPr lang="el-GR" dirty="0" err="1"/>
              <a:t>systems</a:t>
            </a:r>
            <a:r>
              <a:rPr lang="el-GR" dirty="0"/>
              <a:t> (SAP, </a:t>
            </a:r>
            <a:r>
              <a:rPr lang="el-GR" dirty="0" err="1"/>
              <a:t>Oracle</a:t>
            </a:r>
            <a:r>
              <a:rPr lang="el-GR" dirty="0"/>
              <a:t>, </a:t>
            </a:r>
            <a:r>
              <a:rPr lang="el-GR" dirty="0" err="1"/>
              <a:t>Salesforce</a:t>
            </a:r>
            <a:r>
              <a:rPr lang="el-GR" dirty="0"/>
              <a:t>) </a:t>
            </a:r>
          </a:p>
          <a:p>
            <a:r>
              <a:rPr lang="el-GR" dirty="0"/>
              <a:t>REST/SOAP API </a:t>
            </a:r>
            <a:r>
              <a:rPr lang="el-GR" dirty="0" err="1"/>
              <a:t>testing</a:t>
            </a:r>
            <a:r>
              <a:rPr lang="el-GR" dirty="0"/>
              <a:t> </a:t>
            </a:r>
            <a:r>
              <a:rPr lang="el-GR" dirty="0" err="1"/>
              <a:t>support</a:t>
            </a:r>
            <a:r>
              <a:rPr lang="el-GR" dirty="0"/>
              <a:t> </a:t>
            </a:r>
          </a:p>
          <a:p>
            <a:r>
              <a:rPr lang="el-GR" dirty="0" err="1"/>
              <a:t>Test</a:t>
            </a:r>
            <a:r>
              <a:rPr lang="el-GR" dirty="0"/>
              <a:t> </a:t>
            </a:r>
            <a:r>
              <a:rPr lang="el-GR" dirty="0" err="1"/>
              <a:t>management</a:t>
            </a:r>
            <a:r>
              <a:rPr lang="el-GR" dirty="0"/>
              <a:t> and </a:t>
            </a:r>
            <a:r>
              <a:rPr lang="el-GR" dirty="0" err="1"/>
              <a:t>reporting</a:t>
            </a:r>
            <a:r>
              <a:rPr lang="el-GR" dirty="0"/>
              <a:t> </a:t>
            </a:r>
            <a:r>
              <a:rPr lang="el-GR" dirty="0" err="1"/>
              <a:t>tool</a:t>
            </a:r>
            <a:r>
              <a:rPr lang="el-GR" dirty="0"/>
              <a:t> </a:t>
            </a:r>
            <a:r>
              <a:rPr lang="el-GR" dirty="0" err="1"/>
              <a:t>integration</a:t>
            </a:r>
            <a:r>
              <a:rPr lang="el-GR" dirty="0"/>
              <a:t> 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3214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83A8-E3AE-6242-0AC7-774D2C5F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UFT </a:t>
            </a:r>
            <a:r>
              <a:rPr lang="el-GR" b="1" dirty="0" err="1"/>
              <a:t>One</a:t>
            </a:r>
            <a:r>
              <a:rPr lang="el-GR" b="1" dirty="0"/>
              <a:t> </a:t>
            </a: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Value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52417-BEEC-98F7-26F2-585550947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b="1" dirty="0" err="1"/>
              <a:t>Key</a:t>
            </a:r>
            <a:r>
              <a:rPr lang="el-GR" b="1" dirty="0"/>
              <a:t> </a:t>
            </a:r>
            <a:r>
              <a:rPr lang="el-GR" b="1" dirty="0" err="1"/>
              <a:t>Sales</a:t>
            </a:r>
            <a:r>
              <a:rPr lang="el-GR" b="1" dirty="0"/>
              <a:t> </a:t>
            </a:r>
            <a:r>
              <a:rPr lang="el-GR" b="1" dirty="0" err="1"/>
              <a:t>Points</a:t>
            </a:r>
            <a:r>
              <a:rPr lang="el-GR" b="1" dirty="0"/>
              <a:t> (</a:t>
            </a:r>
            <a:r>
              <a:rPr lang="el-GR" b="1" dirty="0" err="1"/>
              <a:t>Business</a:t>
            </a:r>
            <a:r>
              <a:rPr lang="el-GR" b="1" dirty="0"/>
              <a:t> </a:t>
            </a:r>
            <a:r>
              <a:rPr lang="el-GR" b="1" dirty="0" err="1"/>
              <a:t>Value</a:t>
            </a:r>
            <a:r>
              <a:rPr lang="el-GR" b="1" dirty="0"/>
              <a:t>)</a:t>
            </a:r>
          </a:p>
          <a:p>
            <a:r>
              <a:rPr lang="el-GR" dirty="0" err="1"/>
              <a:t>Automates</a:t>
            </a:r>
            <a:r>
              <a:rPr lang="el-GR" dirty="0"/>
              <a:t> </a:t>
            </a:r>
            <a:r>
              <a:rPr lang="el-GR" dirty="0" err="1"/>
              <a:t>regression</a:t>
            </a:r>
            <a:r>
              <a:rPr lang="el-GR" dirty="0"/>
              <a:t> </a:t>
            </a:r>
            <a:r>
              <a:rPr lang="el-GR" dirty="0" err="1"/>
              <a:t>testing</a:t>
            </a:r>
            <a:r>
              <a:rPr lang="el-GR" dirty="0"/>
              <a:t> for </a:t>
            </a:r>
            <a:r>
              <a:rPr lang="el-GR" dirty="0" err="1"/>
              <a:t>every</a:t>
            </a:r>
            <a:r>
              <a:rPr lang="el-GR" dirty="0"/>
              <a:t> </a:t>
            </a:r>
            <a:r>
              <a:rPr lang="el-GR" dirty="0" err="1"/>
              <a:t>release</a:t>
            </a:r>
            <a:r>
              <a:rPr lang="el-GR" dirty="0"/>
              <a:t> </a:t>
            </a:r>
          </a:p>
          <a:p>
            <a:r>
              <a:rPr lang="el-GR" dirty="0" err="1"/>
              <a:t>Reduces</a:t>
            </a:r>
            <a:r>
              <a:rPr lang="el-GR" dirty="0"/>
              <a:t> </a:t>
            </a:r>
            <a:r>
              <a:rPr lang="el-GR" dirty="0" err="1"/>
              <a:t>manual</a:t>
            </a:r>
            <a:r>
              <a:rPr lang="el-GR" dirty="0"/>
              <a:t> </a:t>
            </a:r>
            <a:r>
              <a:rPr lang="el-GR" dirty="0" err="1"/>
              <a:t>testing</a:t>
            </a:r>
            <a:r>
              <a:rPr lang="el-GR" dirty="0"/>
              <a:t> </a:t>
            </a:r>
            <a:r>
              <a:rPr lang="el-GR" dirty="0" err="1"/>
              <a:t>effort</a:t>
            </a:r>
            <a:r>
              <a:rPr lang="el-GR" dirty="0"/>
              <a:t> and </a:t>
            </a:r>
            <a:r>
              <a:rPr lang="el-GR" dirty="0" err="1"/>
              <a:t>cost</a:t>
            </a:r>
            <a:r>
              <a:rPr lang="el-GR" dirty="0"/>
              <a:t> </a:t>
            </a:r>
          </a:p>
          <a:p>
            <a:r>
              <a:rPr lang="el-GR" dirty="0" err="1"/>
              <a:t>Accelerates</a:t>
            </a:r>
            <a:r>
              <a:rPr lang="el-GR" dirty="0"/>
              <a:t> </a:t>
            </a:r>
            <a:r>
              <a:rPr lang="el-GR" dirty="0" err="1"/>
              <a:t>time-to-market</a:t>
            </a:r>
            <a:r>
              <a:rPr lang="el-GR" dirty="0"/>
              <a:t> </a:t>
            </a:r>
          </a:p>
          <a:p>
            <a:r>
              <a:rPr lang="el-GR" dirty="0" err="1"/>
              <a:t>Improves</a:t>
            </a:r>
            <a:r>
              <a:rPr lang="el-GR" dirty="0"/>
              <a:t> </a:t>
            </a:r>
            <a:r>
              <a:rPr lang="el-GR" dirty="0" err="1"/>
              <a:t>software</a:t>
            </a:r>
            <a:r>
              <a:rPr lang="el-GR" dirty="0"/>
              <a:t> </a:t>
            </a:r>
            <a:r>
              <a:rPr lang="el-GR" dirty="0" err="1"/>
              <a:t>release</a:t>
            </a:r>
            <a:r>
              <a:rPr lang="el-GR" dirty="0"/>
              <a:t> </a:t>
            </a:r>
            <a:r>
              <a:rPr lang="el-GR" dirty="0" err="1"/>
              <a:t>quality</a:t>
            </a:r>
            <a:r>
              <a:rPr lang="el-GR" dirty="0"/>
              <a:t> </a:t>
            </a:r>
          </a:p>
          <a:p>
            <a:r>
              <a:rPr lang="el-GR" dirty="0" err="1"/>
              <a:t>Enables</a:t>
            </a:r>
            <a:r>
              <a:rPr lang="el-GR" dirty="0"/>
              <a:t> </a:t>
            </a:r>
            <a:r>
              <a:rPr lang="el-GR" dirty="0" err="1"/>
              <a:t>early</a:t>
            </a:r>
            <a:r>
              <a:rPr lang="el-GR" dirty="0"/>
              <a:t> </a:t>
            </a:r>
            <a:r>
              <a:rPr lang="el-GR" dirty="0" err="1"/>
              <a:t>detection</a:t>
            </a:r>
            <a:r>
              <a:rPr lang="el-GR" dirty="0"/>
              <a:t> of UI/API </a:t>
            </a:r>
            <a:r>
              <a:rPr lang="el-GR" dirty="0" err="1"/>
              <a:t>defects</a:t>
            </a:r>
            <a:endParaRPr lang="el-GR" dirty="0"/>
          </a:p>
          <a:p>
            <a:pPr marL="0" indent="0">
              <a:buNone/>
            </a:pPr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4E478-C00F-9DA4-A88C-0E5BE93C8B10}"/>
              </a:ext>
            </a:extLst>
          </p:cNvPr>
          <p:cNvSpPr txBox="1"/>
          <p:nvPr/>
        </p:nvSpPr>
        <p:spPr>
          <a:xfrm>
            <a:off x="1367913" y="5561166"/>
            <a:ext cx="8719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“Ensure your application works correctly after every change or release.”</a:t>
            </a:r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139262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9FC9-E17C-8C0B-18F3-FDB08402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A3CB-0050-085E-DC50-679014C7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End-to-End</a:t>
            </a:r>
            <a:r>
              <a:rPr lang="el-GR" b="1" dirty="0"/>
              <a:t> Quality &amp; </a:t>
            </a:r>
            <a:r>
              <a:rPr lang="el-GR" b="1" dirty="0" err="1"/>
              <a:t>Performance</a:t>
            </a:r>
            <a:r>
              <a:rPr lang="el-GR" b="1" dirty="0"/>
              <a:t> </a:t>
            </a:r>
            <a:r>
              <a:rPr lang="el-GR" b="1" dirty="0" err="1"/>
              <a:t>Strategy</a:t>
            </a:r>
            <a:endParaRPr lang="el-G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7FE39-87B0-E87C-9FA2-451CAE415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68032"/>
            <a:ext cx="8825659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1400" b="1" dirty="0" err="1"/>
              <a:t>End-to-End</a:t>
            </a:r>
            <a:r>
              <a:rPr lang="el-GR" sz="1400" b="1" dirty="0"/>
              <a:t> Quality &amp; </a:t>
            </a:r>
            <a:r>
              <a:rPr lang="el-GR" sz="1400" b="1" dirty="0" err="1"/>
              <a:t>Performance</a:t>
            </a:r>
            <a:r>
              <a:rPr lang="el-GR" sz="1400" b="1" dirty="0"/>
              <a:t> </a:t>
            </a:r>
            <a:r>
              <a:rPr lang="el-GR" sz="1400" b="1" dirty="0" err="1"/>
              <a:t>Strategy</a:t>
            </a:r>
            <a:endParaRPr lang="el-GR" sz="1400" b="1" dirty="0"/>
          </a:p>
          <a:p>
            <a:r>
              <a:rPr lang="el-GR" sz="1400" dirty="0" err="1"/>
              <a:t>Organizations</a:t>
            </a:r>
            <a:r>
              <a:rPr lang="el-GR" sz="1400" dirty="0"/>
              <a:t> </a:t>
            </a:r>
            <a:r>
              <a:rPr lang="el-GR" sz="1400" dirty="0" err="1"/>
              <a:t>do</a:t>
            </a:r>
            <a:r>
              <a:rPr lang="el-GR" sz="1400" dirty="0"/>
              <a:t> </a:t>
            </a:r>
            <a:r>
              <a:rPr lang="el-GR" sz="1400" dirty="0" err="1"/>
              <a:t>not</a:t>
            </a:r>
            <a:r>
              <a:rPr lang="el-GR" sz="1400" dirty="0"/>
              <a:t> </a:t>
            </a:r>
            <a:r>
              <a:rPr lang="el-GR" sz="1400" dirty="0" err="1"/>
              <a:t>choose</a:t>
            </a:r>
            <a:r>
              <a:rPr lang="el-GR" sz="1400" dirty="0"/>
              <a:t> </a:t>
            </a:r>
            <a:r>
              <a:rPr lang="el-GR" sz="1400" dirty="0" err="1"/>
              <a:t>between</a:t>
            </a:r>
            <a:r>
              <a:rPr lang="el-GR" sz="1400" dirty="0"/>
              <a:t> </a:t>
            </a:r>
            <a:r>
              <a:rPr lang="el-GR" sz="1400" dirty="0" err="1"/>
              <a:t>performance</a:t>
            </a:r>
            <a:r>
              <a:rPr lang="el-GR" sz="1400" dirty="0"/>
              <a:t> and </a:t>
            </a:r>
            <a:r>
              <a:rPr lang="el-GR" sz="1400" dirty="0" err="1"/>
              <a:t>functional</a:t>
            </a:r>
            <a:r>
              <a:rPr lang="el-GR" sz="1400" dirty="0"/>
              <a:t> </a:t>
            </a:r>
            <a:r>
              <a:rPr lang="el-GR" sz="1400" dirty="0" err="1"/>
              <a:t>quality</a:t>
            </a:r>
            <a:r>
              <a:rPr lang="el-GR" sz="1400" dirty="0"/>
              <a:t> — </a:t>
            </a:r>
            <a:r>
              <a:rPr lang="el-GR" sz="1400" dirty="0" err="1"/>
              <a:t>they</a:t>
            </a:r>
            <a:r>
              <a:rPr lang="el-GR" sz="1400" dirty="0"/>
              <a:t> </a:t>
            </a:r>
            <a:r>
              <a:rPr lang="el-GR" sz="1400" dirty="0" err="1"/>
              <a:t>need</a:t>
            </a:r>
            <a:r>
              <a:rPr lang="el-GR" sz="1400" dirty="0"/>
              <a:t> </a:t>
            </a:r>
            <a:r>
              <a:rPr lang="el-GR" sz="1400" dirty="0" err="1"/>
              <a:t>both</a:t>
            </a:r>
            <a:r>
              <a:rPr lang="el-GR" sz="1400" dirty="0"/>
              <a:t>.</a:t>
            </a:r>
          </a:p>
          <a:p>
            <a:r>
              <a:rPr lang="el-GR" sz="1400" dirty="0"/>
              <a:t>UFT </a:t>
            </a:r>
            <a:r>
              <a:rPr lang="el-GR" sz="1400" dirty="0" err="1"/>
              <a:t>One</a:t>
            </a:r>
            <a:r>
              <a:rPr lang="el-GR" sz="1400" dirty="0"/>
              <a:t> </a:t>
            </a:r>
            <a:r>
              <a:rPr lang="el-GR" sz="1400" dirty="0" err="1"/>
              <a:t>ensures</a:t>
            </a:r>
            <a:r>
              <a:rPr lang="el-GR" sz="1400" dirty="0"/>
              <a:t> the </a:t>
            </a:r>
            <a:r>
              <a:rPr lang="el-GR" sz="1400" dirty="0" err="1"/>
              <a:t>application</a:t>
            </a:r>
            <a:r>
              <a:rPr lang="el-GR" sz="1400" dirty="0"/>
              <a:t> </a:t>
            </a:r>
            <a:r>
              <a:rPr lang="el-GR" sz="1400" b="1" dirty="0" err="1"/>
              <a:t>works</a:t>
            </a:r>
            <a:r>
              <a:rPr lang="el-GR" sz="1400" b="1" dirty="0"/>
              <a:t> </a:t>
            </a:r>
            <a:r>
              <a:rPr lang="el-GR" sz="1400" b="1" dirty="0" err="1"/>
              <a:t>correctly</a:t>
            </a:r>
            <a:r>
              <a:rPr lang="el-GR" sz="1400" b="1" dirty="0"/>
              <a:t> in </a:t>
            </a:r>
            <a:r>
              <a:rPr lang="el-GR" sz="1400" b="1" dirty="0" err="1"/>
              <a:t>every</a:t>
            </a:r>
            <a:r>
              <a:rPr lang="el-GR" sz="1400" b="1" dirty="0"/>
              <a:t> </a:t>
            </a:r>
            <a:r>
              <a:rPr lang="el-GR" sz="1400" b="1" dirty="0" err="1"/>
              <a:t>release</a:t>
            </a:r>
            <a:r>
              <a:rPr lang="el-GR" sz="1400" dirty="0"/>
              <a:t> </a:t>
            </a:r>
          </a:p>
          <a:p>
            <a:r>
              <a:rPr lang="el-GR" sz="1400" dirty="0" err="1"/>
              <a:t>LoadRunner</a:t>
            </a:r>
            <a:r>
              <a:rPr lang="el-GR" sz="1400" dirty="0"/>
              <a:t> </a:t>
            </a:r>
            <a:r>
              <a:rPr lang="el-GR" sz="1400" dirty="0" err="1"/>
              <a:t>ensures</a:t>
            </a:r>
            <a:r>
              <a:rPr lang="el-GR" sz="1400" dirty="0"/>
              <a:t> the </a:t>
            </a:r>
            <a:r>
              <a:rPr lang="el-GR" sz="1400" dirty="0" err="1"/>
              <a:t>application</a:t>
            </a:r>
            <a:r>
              <a:rPr lang="el-GR" sz="1400" dirty="0"/>
              <a:t> </a:t>
            </a:r>
            <a:r>
              <a:rPr lang="el-GR" sz="1400" b="1" dirty="0" err="1"/>
              <a:t>performs</a:t>
            </a:r>
            <a:r>
              <a:rPr lang="el-GR" sz="1400" b="1" dirty="0"/>
              <a:t> </a:t>
            </a:r>
            <a:r>
              <a:rPr lang="el-GR" sz="1400" b="1" dirty="0" err="1"/>
              <a:t>under</a:t>
            </a:r>
            <a:r>
              <a:rPr lang="el-GR" sz="1400" b="1" dirty="0"/>
              <a:t> </a:t>
            </a:r>
            <a:r>
              <a:rPr lang="el-GR" sz="1400" b="1" dirty="0" err="1"/>
              <a:t>real-world</a:t>
            </a:r>
            <a:r>
              <a:rPr lang="el-GR" sz="1400" b="1" dirty="0"/>
              <a:t> </a:t>
            </a:r>
            <a:r>
              <a:rPr lang="el-GR" sz="1400" b="1" dirty="0" err="1"/>
              <a:t>load</a:t>
            </a:r>
            <a:r>
              <a:rPr lang="el-GR" sz="1400" b="1" dirty="0"/>
              <a:t> </a:t>
            </a:r>
            <a:r>
              <a:rPr lang="el-GR" sz="1400" b="1" dirty="0" err="1"/>
              <a:t>conditions</a:t>
            </a:r>
            <a:endParaRPr lang="el-GR" sz="1400" b="1" dirty="0"/>
          </a:p>
          <a:p>
            <a:pPr marL="0" indent="0">
              <a:buNone/>
            </a:pPr>
            <a:endParaRPr lang="el-GR" sz="1400" dirty="0"/>
          </a:p>
          <a:p>
            <a:pPr marL="0" indent="0">
              <a:buNone/>
            </a:pPr>
            <a:r>
              <a:rPr lang="el-GR" sz="1400" b="1" dirty="0"/>
              <a:t> </a:t>
            </a:r>
            <a:r>
              <a:rPr lang="el-GR" sz="1400" b="1" dirty="0" err="1"/>
              <a:t>Business</a:t>
            </a:r>
            <a:r>
              <a:rPr lang="el-GR" sz="1400" b="1" dirty="0"/>
              <a:t> </a:t>
            </a:r>
            <a:r>
              <a:rPr lang="el-GR" sz="1400" b="1" dirty="0" err="1"/>
              <a:t>Impact</a:t>
            </a:r>
            <a:endParaRPr lang="el-GR" sz="1400" b="1" dirty="0"/>
          </a:p>
          <a:p>
            <a:r>
              <a:rPr lang="el-GR" sz="1400" dirty="0" err="1"/>
              <a:t>Reduced</a:t>
            </a:r>
            <a:r>
              <a:rPr lang="el-GR" sz="1400" dirty="0"/>
              <a:t> </a:t>
            </a:r>
            <a:r>
              <a:rPr lang="el-GR" sz="1400" dirty="0" err="1"/>
              <a:t>production</a:t>
            </a:r>
            <a:r>
              <a:rPr lang="el-GR" sz="1400" dirty="0"/>
              <a:t> </a:t>
            </a:r>
            <a:r>
              <a:rPr lang="el-GR" sz="1400" dirty="0" err="1"/>
              <a:t>failures</a:t>
            </a:r>
            <a:r>
              <a:rPr lang="el-GR" sz="1400" dirty="0"/>
              <a:t> </a:t>
            </a:r>
          </a:p>
          <a:p>
            <a:r>
              <a:rPr lang="el-GR" sz="1400" dirty="0" err="1"/>
              <a:t>Faster</a:t>
            </a:r>
            <a:r>
              <a:rPr lang="el-GR" sz="1400" dirty="0"/>
              <a:t> and </a:t>
            </a:r>
            <a:r>
              <a:rPr lang="el-GR" sz="1400" dirty="0" err="1"/>
              <a:t>safer</a:t>
            </a:r>
            <a:r>
              <a:rPr lang="el-GR" sz="1400" dirty="0"/>
              <a:t> </a:t>
            </a:r>
            <a:r>
              <a:rPr lang="el-GR" sz="1400" dirty="0" err="1"/>
              <a:t>releases</a:t>
            </a:r>
            <a:r>
              <a:rPr lang="el-GR" sz="1400" dirty="0"/>
              <a:t> </a:t>
            </a:r>
          </a:p>
          <a:p>
            <a:r>
              <a:rPr lang="el-GR" sz="1400" dirty="0" err="1"/>
              <a:t>Improved</a:t>
            </a:r>
            <a:r>
              <a:rPr lang="el-GR" sz="1400" dirty="0"/>
              <a:t> </a:t>
            </a:r>
            <a:r>
              <a:rPr lang="el-GR" sz="1400" dirty="0" err="1"/>
              <a:t>customer</a:t>
            </a:r>
            <a:r>
              <a:rPr lang="el-GR" sz="1400" dirty="0"/>
              <a:t> </a:t>
            </a:r>
            <a:r>
              <a:rPr lang="el-GR" sz="1400" dirty="0" err="1"/>
              <a:t>experience</a:t>
            </a:r>
            <a:r>
              <a:rPr lang="el-GR" sz="1400" dirty="0"/>
              <a:t> </a:t>
            </a:r>
          </a:p>
          <a:p>
            <a:r>
              <a:rPr lang="el-GR" sz="1400" dirty="0" err="1"/>
              <a:t>Lower</a:t>
            </a:r>
            <a:r>
              <a:rPr lang="el-GR" sz="1400" dirty="0"/>
              <a:t> </a:t>
            </a:r>
            <a:r>
              <a:rPr lang="el-GR" sz="1400" dirty="0" err="1"/>
              <a:t>cost</a:t>
            </a:r>
            <a:r>
              <a:rPr lang="el-GR" sz="1400" dirty="0"/>
              <a:t> of </a:t>
            </a:r>
            <a:r>
              <a:rPr lang="el-GR" sz="1400" dirty="0" err="1"/>
              <a:t>defects</a:t>
            </a:r>
            <a:r>
              <a:rPr lang="el-GR" sz="1400" dirty="0"/>
              <a:t> and </a:t>
            </a:r>
            <a:r>
              <a:rPr lang="el-GR" sz="1400" dirty="0" err="1"/>
              <a:t>downtime</a:t>
            </a:r>
            <a:endParaRPr lang="el-G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7E915-4684-C7FD-EE19-CA1C94478274}"/>
              </a:ext>
            </a:extLst>
          </p:cNvPr>
          <p:cNvSpPr txBox="1"/>
          <p:nvPr/>
        </p:nvSpPr>
        <p:spPr>
          <a:xfrm>
            <a:off x="3046771" y="6182032"/>
            <a:ext cx="6098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l-GR" sz="1200" dirty="0"/>
              <a:t> </a:t>
            </a:r>
            <a:r>
              <a:rPr lang="el-GR" sz="1200" i="1" dirty="0"/>
              <a:t>“Quality + </a:t>
            </a:r>
            <a:r>
              <a:rPr lang="el-GR" sz="1200" i="1" dirty="0" err="1"/>
              <a:t>Performance</a:t>
            </a:r>
            <a:r>
              <a:rPr lang="el-GR" sz="1200" i="1" dirty="0"/>
              <a:t> = </a:t>
            </a:r>
            <a:r>
              <a:rPr lang="el-GR" sz="1200" i="1" dirty="0" err="1"/>
              <a:t>Trust</a:t>
            </a:r>
            <a:r>
              <a:rPr lang="el-GR" sz="1200" i="1" dirty="0"/>
              <a:t> in </a:t>
            </a:r>
            <a:r>
              <a:rPr lang="el-GR" sz="1200" i="1" dirty="0" err="1"/>
              <a:t>every</a:t>
            </a:r>
            <a:r>
              <a:rPr lang="el-GR" sz="1200" i="1" dirty="0"/>
              <a:t> </a:t>
            </a:r>
            <a:r>
              <a:rPr lang="el-GR" sz="1200" i="1" dirty="0" err="1"/>
              <a:t>release</a:t>
            </a:r>
            <a:r>
              <a:rPr lang="el-GR" sz="1200" i="1" dirty="0"/>
              <a:t>.”</a:t>
            </a:r>
            <a:endParaRPr lang="el-GR" sz="1200" dirty="0"/>
          </a:p>
        </p:txBody>
      </p:sp>
    </p:spTree>
    <p:extLst>
      <p:ext uri="{BB962C8B-B14F-4D97-AF65-F5344CB8AC3E}">
        <p14:creationId xmlns:p14="http://schemas.microsoft.com/office/powerpoint/2010/main" val="986661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389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LoadRunner VS UTF ONE</vt:lpstr>
      <vt:lpstr>Load Testing vs Regression Testing</vt:lpstr>
      <vt:lpstr>Example</vt:lpstr>
      <vt:lpstr>LoadRunner Integration</vt:lpstr>
      <vt:lpstr>LoadRunner Key Value</vt:lpstr>
      <vt:lpstr>UFT One Integration</vt:lpstr>
      <vt:lpstr>UFT One Key Value</vt:lpstr>
      <vt:lpstr>End-to-End Quality &amp; Performance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Anastasia Dimitriadi</dc:creator>
  <cp:lastModifiedBy>Anastasia Dimitriadi</cp:lastModifiedBy>
  <cp:revision>2</cp:revision>
  <dcterms:created xsi:type="dcterms:W3CDTF">2026-06-07T15:07:10Z</dcterms:created>
  <dcterms:modified xsi:type="dcterms:W3CDTF">2026-06-07T15:22:20Z</dcterms:modified>
</cp:coreProperties>
</file>